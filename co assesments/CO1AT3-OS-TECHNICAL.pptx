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73" r:id="rId6"/>
    <p:sldId id="258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1CEBC-AF60-4777-8E4A-0B2CE0292D9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689FE-4A70-4ECB-B210-F20C6D88029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24129" y="2868051"/>
            <a:ext cx="11693793" cy="2547937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4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IN" sz="4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</a:t>
            </a:r>
            <a:r>
              <a:rPr lang="en-IN" sz="4000" dirty="0"/>
              <a:t>esign and development of a CPU scheduling using operation system simulator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9103" y="5577571"/>
            <a:ext cx="3102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PROF. DR.SUNDAR RAJAN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868" y="5254405"/>
            <a:ext cx="3523615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M.NAGA SHALINI(192524183)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G.BHARGAVI(192525126)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S.CHAITANYAPRIYA(192525372)</a:t>
            </a:r>
            <a:endParaRPr lang="en-IN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V.SAI ANUGNA(192511229)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2213783" cy="4107050"/>
          </a:xfrm>
          <a:prstGeom prst="rect">
            <a:avLst/>
          </a:prstGeom>
        </p:spPr>
      </p:pic>
      <p:pic>
        <p:nvPicPr>
          <p:cNvPr id="20" name="Google Shape;131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9102" y="231651"/>
            <a:ext cx="11693794" cy="80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4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CPU scheduling is an important function of an operating system. 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It decides which process gets the CPU first. 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CPU scheduling helps the system run efficiently.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 It improves CPU utilization and system performance.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 It reduces waiting time and turnaround time. 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Different scheduling algorithms are used for different situations. 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A CPU Scheduling Simulator shows how these algorithms work. 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It calculates waiting time, turnaround time, and completion time.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552" y="2071316"/>
            <a:ext cx="4155892" cy="3985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3788" y="1838622"/>
            <a:ext cx="4840010" cy="3843666"/>
          </a:xfrm>
        </p:spPr>
        <p:txBody>
          <a:bodyPr>
            <a:noAutofit/>
          </a:bodyPr>
          <a:lstStyle/>
          <a:p>
            <a:r>
              <a:rPr lang="en-IN" sz="2000" dirty="0"/>
              <a:t>To design and develop a CPU Scheduling Simulator.</a:t>
            </a:r>
            <a:endParaRPr lang="en-IN" sz="2000" dirty="0"/>
          </a:p>
          <a:p>
            <a:r>
              <a:rPr lang="en-IN" sz="2000" dirty="0"/>
              <a:t> To simulate different CPU scheduling algorithms. </a:t>
            </a:r>
            <a:endParaRPr lang="en-IN" sz="2000" dirty="0"/>
          </a:p>
          <a:p>
            <a:r>
              <a:rPr lang="en-IN" sz="2000" dirty="0"/>
              <a:t>To calculate waiting time, turnaround time, and completion time.</a:t>
            </a:r>
            <a:endParaRPr lang="en-IN" sz="2000" dirty="0"/>
          </a:p>
          <a:p>
            <a:r>
              <a:rPr lang="en-IN" sz="2000" dirty="0"/>
              <a:t> To display the execution order using a Gantt Chart. </a:t>
            </a:r>
            <a:endParaRPr lang="en-IN" sz="2000" dirty="0"/>
          </a:p>
          <a:p>
            <a:r>
              <a:rPr lang="en-IN" sz="2000" dirty="0"/>
              <a:t>To compare the performance of different scheduling algorithms.</a:t>
            </a:r>
            <a:endParaRPr lang="en-IN" sz="2000" dirty="0"/>
          </a:p>
          <a:p>
            <a:r>
              <a:rPr lang="en-IN" sz="2000" dirty="0"/>
              <a:t> To improve CPU scheduling understanding through simulation. </a:t>
            </a:r>
            <a:endParaRPr lang="en-IN" sz="2000" dirty="0"/>
          </a:p>
          <a:p>
            <a:r>
              <a:rPr lang="en-IN" sz="2000" dirty="0"/>
              <a:t>To provide a simple and user-friendly interface.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53" y="1559873"/>
            <a:ext cx="5491483" cy="4401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61640" y="0"/>
            <a:ext cx="10515600" cy="1325563"/>
          </a:xfrm>
        </p:spPr>
        <p:txBody>
          <a:bodyPr/>
          <a:p>
            <a:r>
              <a:rPr lang="en-IN" altLang="en-US"/>
              <a:t>LITERATURE REVIEW</a:t>
            </a:r>
            <a:endParaRPr lang="en-IN" altLang="en-US"/>
          </a:p>
        </p:txBody>
      </p:sp>
      <p:pic>
        <p:nvPicPr>
          <p:cNvPr id="6" name="Picture 5" descr="Screenshot 2026-07-21 2125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" y="921385"/>
            <a:ext cx="11720830" cy="5625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5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IN" sz="2000" dirty="0"/>
              <a:t>Understanding CPU scheduling algorithms through theory alone is difficult.</a:t>
            </a:r>
            <a:endParaRPr lang="en-IN" sz="2000" dirty="0"/>
          </a:p>
          <a:p>
            <a:r>
              <a:rPr lang="en-IN" sz="2000" dirty="0"/>
              <a:t> Students find it hard to compare the performance of different scheduling algorithms.</a:t>
            </a:r>
            <a:endParaRPr lang="en-IN" sz="2000" dirty="0"/>
          </a:p>
          <a:p>
            <a:r>
              <a:rPr lang="en-IN" sz="2000" dirty="0"/>
              <a:t> Manual calculation of waiting time and turnaround time is time-consuming and error-prone. </a:t>
            </a:r>
            <a:endParaRPr lang="en-IN" sz="2000" dirty="0"/>
          </a:p>
          <a:p>
            <a:r>
              <a:rPr lang="en-IN" sz="2000" dirty="0"/>
              <a:t>There is a need for a simple tool to simulate CPU scheduling processes. </a:t>
            </a:r>
            <a:endParaRPr lang="en-IN" sz="2000" dirty="0"/>
          </a:p>
          <a:p>
            <a:r>
              <a:rPr lang="en-IN" sz="2000" dirty="0"/>
              <a:t>Existing tools may be complex or not suitable for beginners.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20" y="1524158"/>
            <a:ext cx="4820323" cy="4439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60420" y="276225"/>
            <a:ext cx="10515600" cy="1325563"/>
          </a:xfrm>
        </p:spPr>
        <p:txBody>
          <a:bodyPr/>
          <a:p>
            <a:r>
              <a:rPr lang="en-IN" altLang="en-US"/>
              <a:t>MODULES</a:t>
            </a:r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5780" y="1397000"/>
            <a:ext cx="11140440" cy="48374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Module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the process details and selects the CPU scheduling algorithm.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2: Scheduling Module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executes the selected scheduling algorithm and decides the order of process execution.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3: Processing Module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processes the tasks and calculates execution details such as waiting time and turnaround time.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Result Module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scheduling results, Gantt chart, and performance comparison of the algorithms.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2000</Words>
  <Application>WPS Presentation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Times New Roman</vt:lpstr>
      <vt:lpstr>Aptos Display</vt:lpstr>
      <vt:lpstr>Segoe UI Variable Display</vt:lpstr>
      <vt:lpstr>Microsoft YaHei</vt:lpstr>
      <vt:lpstr>Arial Unicode MS</vt:lpstr>
      <vt:lpstr>Aptos</vt:lpstr>
      <vt:lpstr>Segoe UI</vt:lpstr>
      <vt:lpstr>Calibri</vt:lpstr>
      <vt:lpstr>Office Theme</vt:lpstr>
      <vt:lpstr>Capstone Project   Design and development of a CPU scheduling using operation system simulator</vt:lpstr>
      <vt:lpstr>Introduction </vt:lpstr>
      <vt:lpstr> Objectives</vt:lpstr>
      <vt:lpstr>PowerPoint 演示文稿</vt:lpstr>
      <vt:lpstr>Problem Statement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 K</dc:creator>
  <cp:lastModifiedBy>MADITATI NAGA SHALINI</cp:lastModifiedBy>
  <cp:revision>9</cp:revision>
  <dcterms:created xsi:type="dcterms:W3CDTF">2026-06-18T13:17:00Z</dcterms:created>
  <dcterms:modified xsi:type="dcterms:W3CDTF">2026-07-21T16:10:44Z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8E0DA05A8A774E8E9F74AAEA25637EDB_13</vt:lpwstr>
  </property>
  <property fmtid="{D5CDD505-2E9C-101B-9397-08002B2CF9AE}" pid="3" name="KSOProductBuildVer">
    <vt:lpwstr>1033-12.1.0.26880</vt:lpwstr>
  </property>
</Properties>
</file>